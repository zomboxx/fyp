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11cdb7b7ce432b" /><Relationship Type="http://schemas.openxmlformats.org/officeDocument/2006/relationships/extended-properties" Target="/docProps/app.xml" Id="R9afcdf3d25734eb7" /><Relationship Type="http://schemas.openxmlformats.org/officeDocument/2006/relationships/officeDocument" Target="/ppt/presentation.xml" Id="Rf7c8bc8fa08f42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9136cb1d3a4e21"/>
  </p:sldMasterIdLst>
  <p:notesMasterIdLst>
    <p:notesMasterId xmlns:r="http://schemas.openxmlformats.org/officeDocument/2006/relationships" r:id="Rcd517684e0d14bb1"/>
  </p:notesMasterIdLst>
  <p:sldIdLst>
    <p:sldId xmlns:r="http://schemas.openxmlformats.org/officeDocument/2006/relationships" id="256" r:id="Rbb0326b3cd964722"/>
    <p:sldId xmlns:r="http://schemas.openxmlformats.org/officeDocument/2006/relationships" id="257" r:id="R5701d3a823b04e31"/>
    <p:sldId xmlns:r="http://schemas.openxmlformats.org/officeDocument/2006/relationships" id="258" r:id="R360592fc0048432d"/>
    <p:sldId xmlns:r="http://schemas.openxmlformats.org/officeDocument/2006/relationships" id="259" r:id="R687d15c98549455c"/>
    <p:sldId xmlns:r="http://schemas.openxmlformats.org/officeDocument/2006/relationships" id="260" r:id="Ree10e9f772994f24"/>
    <p:sldId xmlns:r="http://schemas.openxmlformats.org/officeDocument/2006/relationships" id="261" r:id="R0d36c66fcb2d4203"/>
    <p:sldId xmlns:r="http://schemas.openxmlformats.org/officeDocument/2006/relationships" id="262" r:id="Rd0eec6593c354291"/>
    <p:sldId xmlns:r="http://schemas.openxmlformats.org/officeDocument/2006/relationships" id="263" r:id="Rad8289125b804a8e"/>
    <p:sldId xmlns:r="http://schemas.openxmlformats.org/officeDocument/2006/relationships" id="264" r:id="R7d29d491bb874802"/>
    <p:sldId xmlns:r="http://schemas.openxmlformats.org/officeDocument/2006/relationships" id="265" r:id="R0f85be2bac3944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8fcebcf63842cb" /><Relationship Type="http://schemas.openxmlformats.org/officeDocument/2006/relationships/slideMaster" Target="/ppt/slideMasters/slideMaster1.xml" Id="R279136cb1d3a4e21" /><Relationship Type="http://schemas.openxmlformats.org/officeDocument/2006/relationships/notesMaster" Target="/ppt/notesMasters/notesMaster1.xml" Id="Rcd517684e0d14bb1" /><Relationship Type="http://schemas.openxmlformats.org/officeDocument/2006/relationships/presProps" Target="/ppt/presProps.xml" Id="R4c7dafaea3f34549" /><Relationship Type="http://schemas.openxmlformats.org/officeDocument/2006/relationships/tableStyles" Target="/ppt/tableStyles.xml" Id="Rc934675a9d2e4963" /><Relationship Type="http://schemas.openxmlformats.org/officeDocument/2006/relationships/slide" Target="/ppt/slides/slide1.xml" Id="Rbb0326b3cd964722" /><Relationship Type="http://schemas.openxmlformats.org/officeDocument/2006/relationships/slide" Target="/ppt/slides/slide2.xml" Id="R5701d3a823b04e31" /><Relationship Type="http://schemas.openxmlformats.org/officeDocument/2006/relationships/slide" Target="/ppt/slides/slide3.xml" Id="R360592fc0048432d" /><Relationship Type="http://schemas.openxmlformats.org/officeDocument/2006/relationships/slide" Target="/ppt/slides/slide4.xml" Id="R687d15c98549455c" /><Relationship Type="http://schemas.openxmlformats.org/officeDocument/2006/relationships/slide" Target="/ppt/slides/slide5.xml" Id="Ree10e9f772994f24" /><Relationship Type="http://schemas.openxmlformats.org/officeDocument/2006/relationships/slide" Target="/ppt/slides/slide6.xml" Id="R0d36c66fcb2d4203" /><Relationship Type="http://schemas.openxmlformats.org/officeDocument/2006/relationships/slide" Target="/ppt/slides/slide7.xml" Id="Rd0eec6593c354291" /><Relationship Type="http://schemas.openxmlformats.org/officeDocument/2006/relationships/slide" Target="/ppt/slides/slide8.xml" Id="Rad8289125b804a8e" /><Relationship Type="http://schemas.openxmlformats.org/officeDocument/2006/relationships/slide" Target="/ppt/slides/slide9.xml" Id="R7d29d491bb874802" /><Relationship Type="http://schemas.openxmlformats.org/officeDocument/2006/relationships/slide" Target="/ppt/slides/slide10.xml" Id="R0f85be2bac3944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bf5f64fcd141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a9c60ac78043c3" /><Relationship Type="http://schemas.openxmlformats.org/officeDocument/2006/relationships/notesMaster" Target="/ppt/notesMasters/notesMaster1.xml" Id="Rf4287587b69847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292cd189ca4720" /><Relationship Type="http://schemas.openxmlformats.org/officeDocument/2006/relationships/notesMaster" Target="/ppt/notesMasters/notesMaster1.xml" Id="R5653ce590d0543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9f569b47a246ef" /><Relationship Type="http://schemas.openxmlformats.org/officeDocument/2006/relationships/notesMaster" Target="/ppt/notesMasters/notesMaster1.xml" Id="Re7868298b0ef48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29ae183ef842c5" /><Relationship Type="http://schemas.openxmlformats.org/officeDocument/2006/relationships/notesMaster" Target="/ppt/notesMasters/notesMaster1.xml" Id="R4d6c3af16c0446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8169f78b034f24" /><Relationship Type="http://schemas.openxmlformats.org/officeDocument/2006/relationships/notesMaster" Target="/ppt/notesMasters/notesMaster1.xml" Id="R79a08bf770d140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03febb5b1844db" /><Relationship Type="http://schemas.openxmlformats.org/officeDocument/2006/relationships/notesMaster" Target="/ppt/notesMasters/notesMaster1.xml" Id="R29fada6891d543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d77d6b42e841bf" /><Relationship Type="http://schemas.openxmlformats.org/officeDocument/2006/relationships/notesMaster" Target="/ppt/notesMasters/notesMaster1.xml" Id="R641a6c0a1a364d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46329eabea4437" /><Relationship Type="http://schemas.openxmlformats.org/officeDocument/2006/relationships/notesMaster" Target="/ppt/notesMasters/notesMaster1.xml" Id="Rd19eb894319c43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7d469eb5184679" /><Relationship Type="http://schemas.openxmlformats.org/officeDocument/2006/relationships/notesMaster" Target="/ppt/notesMasters/notesMaster1.xml" Id="Rd138aea9491c46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f4c38b45144445" /><Relationship Type="http://schemas.openxmlformats.org/officeDocument/2006/relationships/notesMaster" Target="/ppt/notesMasters/notesMaster1.xml" Id="R637cd40977ec48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7118e984b49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49574a30043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6b20fce8c4c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8889a0f874e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297338f4b43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ad0e94662465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5936c51c0410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6cc0d2561415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c89c3edc6440b" /><Relationship Type="http://schemas.openxmlformats.org/officeDocument/2006/relationships/image" Target="/ppt/media/image.png" Id="R6311645b1f264da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ed40c75574f45" /><Relationship Type="http://schemas.openxmlformats.org/officeDocument/2006/relationships/image" Target="/ppt/media/image2.png" Id="R5c06c7cc9b934af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6311645b1f264da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5c06c7cc9b934af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5823cbb8ac4240" /><Relationship Type="http://schemas.openxmlformats.org/officeDocument/2006/relationships/slideLayout" Target="/ppt/slideLayouts/slideLayout1.xml" Id="R8416d053e6414559" /><Relationship Type="http://schemas.openxmlformats.org/officeDocument/2006/relationships/slideLayout" Target="/ppt/slideLayouts/slideLayout2.xml" Id="Rf131fabe981b46d8" /><Relationship Type="http://schemas.openxmlformats.org/officeDocument/2006/relationships/slideLayout" Target="/ppt/slideLayouts/slideLayout3.xml" Id="R0603f12137b840b6" /><Relationship Type="http://schemas.openxmlformats.org/officeDocument/2006/relationships/slideLayout" Target="/ppt/slideLayouts/slideLayout4.xml" Id="R58744137cfaa490f" /><Relationship Type="http://schemas.openxmlformats.org/officeDocument/2006/relationships/slideLayout" Target="/ppt/slideLayouts/slideLayout5.xml" Id="R8772fa6425294b3b" /><Relationship Type="http://schemas.openxmlformats.org/officeDocument/2006/relationships/slideLayout" Target="/ppt/slideLayouts/slideLayout6.xml" Id="Rbf23c7d9828b42c6" /><Relationship Type="http://schemas.openxmlformats.org/officeDocument/2006/relationships/slideLayout" Target="/ppt/slideLayouts/slideLayout7.xml" Id="Rfa49b90b917a4b45" /><Relationship Type="http://schemas.openxmlformats.org/officeDocument/2006/relationships/slideLayout" Target="/ppt/slideLayouts/slideLayout8.xml" Id="R2ac699ff65bb47e9" /><Relationship Type="http://schemas.openxmlformats.org/officeDocument/2006/relationships/slideLayout" Target="/ppt/slideLayouts/slideLayout9.xml" Id="Rd7915d3907c7443b" /><Relationship Type="http://schemas.openxmlformats.org/officeDocument/2006/relationships/slideLayout" Target="/ppt/slideLayouts/slideLayout10.xml" Id="Rdd7945258f5f466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16d053e6414559"/>
    <p:sldLayoutId xmlns:r="http://schemas.openxmlformats.org/officeDocument/2006/relationships" id="2147483650" r:id="Rf131fabe981b46d8"/>
    <p:sldLayoutId xmlns:r="http://schemas.openxmlformats.org/officeDocument/2006/relationships" id="2147483651" r:id="R0603f12137b840b6"/>
    <p:sldLayoutId xmlns:r="http://schemas.openxmlformats.org/officeDocument/2006/relationships" id="2147483652" r:id="R58744137cfaa490f"/>
    <p:sldLayoutId xmlns:r="http://schemas.openxmlformats.org/officeDocument/2006/relationships" id="2147483653" r:id="R8772fa6425294b3b"/>
    <p:sldLayoutId xmlns:r="http://schemas.openxmlformats.org/officeDocument/2006/relationships" id="2147483654" r:id="Rbf23c7d9828b42c6"/>
    <p:sldLayoutId xmlns:r="http://schemas.openxmlformats.org/officeDocument/2006/relationships" id="2147483655" r:id="Rfa49b90b917a4b45"/>
    <p:sldLayoutId xmlns:r="http://schemas.openxmlformats.org/officeDocument/2006/relationships" id="2147483656" r:id="R2ac699ff65bb47e9"/>
    <p:sldLayoutId xmlns:r="http://schemas.openxmlformats.org/officeDocument/2006/relationships" id="2147483657" r:id="Rd7915d3907c7443b"/>
    <p:sldLayoutId xmlns:r="http://schemas.openxmlformats.org/officeDocument/2006/relationships" id="2147483658" r:id="Rdd7945258f5f4668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4d6f58b8b4d23" /><Relationship Type="http://schemas.openxmlformats.org/officeDocument/2006/relationships/notesSlide" Target="/ppt/notesSlides/notesSlide1.xml" Id="Rea4284d834784d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49cbe8683d45ee" /><Relationship Type="http://schemas.openxmlformats.org/officeDocument/2006/relationships/notesSlide" Target="/ppt/notesSlides/notesSlide2.xml" Id="R3d14fc7ad94c4b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5bb9023f78479d" /><Relationship Type="http://schemas.openxmlformats.org/officeDocument/2006/relationships/notesSlide" Target="/ppt/notesSlides/notesSlide3.xml" Id="Rf85a13a0eee240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7f19b1f3a4834" /><Relationship Type="http://schemas.openxmlformats.org/officeDocument/2006/relationships/notesSlide" Target="/ppt/notesSlides/notesSlide4.xml" Id="Rd99eff80fbee43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e6a29b36f4b33" /><Relationship Type="http://schemas.openxmlformats.org/officeDocument/2006/relationships/notesSlide" Target="/ppt/notesSlides/notesSlide5.xml" Id="Rb5c459ccde5e46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88761f0834d49" /><Relationship Type="http://schemas.openxmlformats.org/officeDocument/2006/relationships/notesSlide" Target="/ppt/notesSlides/notesSlide6.xml" Id="R7de6540eb6694b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887c5247d488f" /><Relationship Type="http://schemas.openxmlformats.org/officeDocument/2006/relationships/notesSlide" Target="/ppt/notesSlides/notesSlide7.xml" Id="R9461231683ca45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5253549f74582" /><Relationship Type="http://schemas.openxmlformats.org/officeDocument/2006/relationships/notesSlide" Target="/ppt/notesSlides/notesSlide8.xml" Id="R360fe79994db4c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e7ecdbbb4b44f8" /><Relationship Type="http://schemas.openxmlformats.org/officeDocument/2006/relationships/notesSlide" Target="/ppt/notesSlides/notesSlide9.xml" Id="R99c47c92ec5548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8b57fad784e50" /><Relationship Type="http://schemas.openxmlformats.org/officeDocument/2006/relationships/notesSlide" Target="/ppt/notesSlides/notesSlide10.xml" Id="Rec047d98273d478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Find Your Path</a:t>
            </a:r>
          </a:p>
          <a:p xmlns:a="http://schemas.openxmlformats.org/drawingml/2006/main">
            <a:r>
              <a:rPr sz="7200"/>
              <a:t>Smart Urban Delivery Planner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Báo cáo &amp; slide trình bày</a:t>
            </a:r>
          </a:p>
          <a:p xmlns:a="http://schemas.openxmlformats.org/drawingml/2006/main">
            <a:r>
              <a:rPr sz="2000"/>
              <a:t>MVP đồ án AI</a:t>
            </a:r>
          </a:p>
          <a:p xmlns:a="http://schemas.openxmlformats.org/drawingml/2006/main">
            <a:r>
              <a:rPr sz="2000"/>
              <a:t>Cập nhật 22/06/2026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FYP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FastAPI + Flet + AI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Bài toán: lập lộ trình giao hàng đô thị không chỉ là tìm đường ngắn nhất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Biến động vận hành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Traffic, deadline, đường bị chặn và tải trọng làm route thay đổi theo ngữ cảnh.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Yêu cầu học thuật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 sánh nhiều nhóm AI và giải thích từng quyết định thuật toán bằng trace.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Trong phạm vi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Auth JWT, phân quyền thuật toán, nhận đơn, lập tuyến, Defense Lab, Live Map, SQLite và OSM cache local.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Ngoài phạm vi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Thanh toán, GPS realtime, traffic realtime, multi-driver dispatch, production auth và routing service bên ngoài.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Phạm vi MVP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Kiến trúc hệ thống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7739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UI &amp; API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Flet dashboard mount tại /; FastAPI routers dưới /api cho auth, admin, shipper và thuật toán.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445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Service &amp; data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Auth service quản lý SQLite, permission, order pool; route service orchestration.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322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AI core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Thuật toán nằm trong src/app/algorithms, tách khỏi UI để dễ test và bảo trì.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Dữ liệu và API chính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374900"/>
          <a:ext xmlns:a="http://schemas.openxmlformats.org/drawingml/2006/main" cx="11404599" cy="34956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Area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Object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Store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Role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Note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Auth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users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SQLite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Login/role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JWT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Permission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permissions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SQLite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API guard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Admin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Orders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orders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SQLite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Order pool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7+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Assignment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assignments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SQLite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Accepted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User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Graph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osm json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File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Routing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Scenario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Pydantic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Models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API contract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Trace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Tests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pytest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tests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Regression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24 pass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 nhóm thuật toán active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Uninformed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BFS, DFS, UCS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Informed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Greedy, A*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Local Search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HC, SA, Beam, Genetic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Complex/CSP/Adv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Replan, constraints, minimax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Contract chung: path, visitedNodes, metrics, runtimeMs, explanation; debug=true trả traceSteps để trình bày frontier, cost, heuristic, belief, domain hoặc alpha-beta.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Luồng demo đề xuất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7739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Defense Lab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Chạy A*, UCS, Complex, CSP và Alpha-Beta để giải thích trace từng bước.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5556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Admin Permissions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Tắt một thuật toán cho nhóm standard rồi chứng minh API trả 403.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547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Shipper Mode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shipper_a nhận food/ride; shipper_b giao parcel/grocery từ depot.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Kiểm thử và nghiệm thu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Pytest passed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Pre-check failure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7+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Đơn khả dụng tối thiểu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Nhóm AI trong Defense Lab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Hook bàn giao: .\scripts\pre_check.ps1. Lần chạy gần nhất: compile source, 24 tests passed, stale-comment scan passed.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Rủi ro hiện tại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SQLite runtime có thể thay đổi sau nhiều lần demo; OSM cache nhỏ; traffic còn mô phỏng; auth ở mức demo; chưa có dispatch nhiều shipper.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Hướng phát triển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Thêm bảng custom node/edge, script reset seed, route history, traffic adapter, multi-driver optimization và audit permission.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Rủi ro &amp;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Kết luận</a:t>
            </a:r>
          </a:p>
          <a:p xmlns:a="http://schemas.openxmlformats.org/drawingml/2006/main">
            <a:r>
              <a:rPr sz="7200"/>
              <a:t>Find Your Path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Không chỉ tìm một đường ngắn</a:t>
            </a:r>
          </a:p>
          <a:p xmlns:a="http://schemas.openxmlformats.org/drawingml/2006/main">
            <a:r>
              <a:rPr sz="2000"/>
              <a:t>MVP cho phép so sánh nhiều nhóm AI trong cùng bài toán giao hàng có ràng buộc, bất định và phân quyền vận hành.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Ready for demo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Report + Slides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2026-06-21T20:48:53.3740000Z</dcterms:created>
  <dcterms:modified xsi:type="dcterms:W3CDTF">2026-06-21T20:48:53.3740000Z</dcterms:modified>
</coreProperties>
</file>