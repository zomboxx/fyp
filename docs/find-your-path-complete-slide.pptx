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686905fdf34ce9" /><Relationship Type="http://schemas.openxmlformats.org/officeDocument/2006/relationships/extended-properties" Target="/docProps/app.xml" Id="Rd938f263488d4b3c" /><Relationship Type="http://schemas.openxmlformats.org/officeDocument/2006/relationships/officeDocument" Target="/ppt/presentation.xml" Id="R15e76ad7c991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7e1ab68fb4781"/>
  </p:sldMasterIdLst>
  <p:notesMasterIdLst>
    <p:notesMasterId xmlns:r="http://schemas.openxmlformats.org/officeDocument/2006/relationships" r:id="R50e65c63f1384dfb"/>
  </p:notesMasterIdLst>
  <p:sldIdLst>
    <p:sldId xmlns:r="http://schemas.openxmlformats.org/officeDocument/2006/relationships" id="256" r:id="Rfa3c1884b20041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f87b9662e045ad" /><Relationship Type="http://schemas.openxmlformats.org/officeDocument/2006/relationships/slideMaster" Target="/ppt/slideMasters/slideMaster1.xml" Id="R7c07e1ab68fb4781" /><Relationship Type="http://schemas.openxmlformats.org/officeDocument/2006/relationships/notesMaster" Target="/ppt/notesMasters/notesMaster1.xml" Id="R50e65c63f1384dfb" /><Relationship Type="http://schemas.openxmlformats.org/officeDocument/2006/relationships/presProps" Target="/ppt/presProps.xml" Id="R5b3f2381127a4248" /><Relationship Type="http://schemas.openxmlformats.org/officeDocument/2006/relationships/tableStyles" Target="/ppt/tableStyles.xml" Id="Re945518a02ae4407" /><Relationship Type="http://schemas.openxmlformats.org/officeDocument/2006/relationships/slide" Target="/ppt/slides/slide1.xml" Id="Rfa3c1884b200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02d5f66ae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9555f60e544ff" /><Relationship Type="http://schemas.openxmlformats.org/officeDocument/2006/relationships/notesMaster" Target="/ppt/notesMasters/notesMaster1.xml" Id="Rea16b0a69eb64c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c25187a264a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94aad87e34e25" /><Relationship Type="http://schemas.openxmlformats.org/officeDocument/2006/relationships/slideLayout" Target="/ppt/slideLayouts/slideLayout1.xml" Id="Rddbfc2fb4e2c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fc2fb4e2c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81c3b44534cbb" /><Relationship Type="http://schemas.openxmlformats.org/officeDocument/2006/relationships/image" Target="/ppt/media/image.png" Id="Rf4704978151e4d9c" /><Relationship Type="http://schemas.openxmlformats.org/officeDocument/2006/relationships/notesSlide" Target="/ppt/notesSlides/notesSlide1.xml" Id="R22ddda0638d942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04978151e4d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2E764A23-5A4A-4FDE-B10E-FBF73074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722">
                  <a:alpha val="94000"/>
                </a:srgbClr>
              </a:gs>
              <a:gs pos="46000">
                <a:srgbClr val="122331">
                  <a:alpha val="78000"/>
                </a:srgbClr>
              </a:gs>
              <a:gs pos="100000">
                <a:srgbClr val="122331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77571B9C-A43A-45C3-9BB3-828C4FA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0934700" cy="5772150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3E418DA-D8C3-4137-9E84-85C9BA15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190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67240C1-C706-463F-9EE9-ECE2EB46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2950"/>
            <a:ext cx="742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C47468-95B6-46CF-9B10-EE94973C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620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defRPr>
            </a:pPr>
            <a:r>
              <a:rPr sz="1875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022DF1-A37A-4840-A1A1-3142EDE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38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>
                    <a:alpha val="70000"/>
                  </a:srgbClr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FFFFFF">
                    <a:alpha val="70000"/>
                  </a:srgbClr>
                </a:solidFill>
                <a:latin typeface="Cascadia Code"/>
                <a:ea typeface="Cascadia Code"/>
                <a:cs typeface="Cascadia Code"/>
              </a:rPr>
              <a:t>FIND YOUR PATH / ROUTE INTELLIGENCE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A299C41-9B2A-4A45-BCCD-39AA3D10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5581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2">
              <a:alpha val="4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901504-2116-44BC-8F02-489E8D6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3355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1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A* makes route decisions explainable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FB608E-84BC-46F3-9E66-0473472E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7D2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9C7D2"/>
                </a:solidFill>
                <a:latin typeface="Segoe UI"/>
                <a:ea typeface="Segoe UI"/>
                <a:cs typeface="Segoe UI"/>
              </a:rPr>
              <a:t>Trace từng bước giúp người xem thấy thuật toán đang mở rộng node nào, cập nhật chi phí ra sao và vì sao chọn tuyến cuối.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9A48AD9-FA4A-492B-B814-DB0367D5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4095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F38AE0-E455-420A-9889-B3478BC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6F91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F46F91"/>
                </a:solidFill>
                <a:latin typeface="Cascadia Code"/>
                <a:ea typeface="Cascadia Code"/>
                <a:cs typeface="Cascadia Code"/>
              </a:rPr>
              <a:t>Design proof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063B7A-B8B1-4F6E-9906-C0E1EE93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48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4F0E3"/>
                </a:solidFill>
                <a:latin typeface="Segoe UI"/>
                <a:ea typeface="Segoe UI"/>
                <a:cs typeface="Segoe UI"/>
              </a:rPr>
              <a:t>Nền phủ rộng hơn textbox; chữ có vùng an toàn để không rớt dòng hoặc mất dấu tiếng Việt.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93D58C2-D1D4-4071-B2B8-EC3065B9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104900"/>
            <a:ext cx="3219450" cy="35623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4F0E3">
              <a:alpha val="9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7C9FA6-FA87-4F48-85A2-459292AD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906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1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22331"/>
                </a:solidFill>
                <a:latin typeface="Montserrat"/>
                <a:ea typeface="Montserrat"/>
                <a:cs typeface="Montserrat"/>
              </a:rPr>
              <a:t>Route proof panel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76E47FEE-77A4-4959-A6F2-A9A9545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431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CE7F4AE-E3AD-4097-AEC2-3B76B1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050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5BDADA76-FB5B-4168-9016-9345832D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9C468F8D-9474-4369-B457-7C4BA58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04C1109-311B-48F2-AA7E-3957F7B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1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rPr>
              <a:t>D0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4F19B175-F76B-4CC2-9009-AEBAADF4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1F226B4-9D27-457C-8A2C-4135BA1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145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rPr>
              <a:t>C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50B1FEF1-4A00-48AE-A181-8C28E143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0650D9E-1595-46DB-948D-53A3C60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0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rPr>
              <a:t>D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15291E9-E66E-4F12-8915-DA8358D5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289BA35-06CB-404A-A1F2-B72C9F98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86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1">
                <a:solidFill>
                  <a:srgbClr val="FFFFFF"/>
                </a:solidFill>
                <a:latin typeface="Cascadia Code"/>
                <a:ea typeface="Cascadia Code"/>
                <a:cs typeface="Cascadia Code"/>
              </a:rPr>
              <a:t>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4ADE6FB-B291-410B-B26B-1825B40B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331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>
                <a:solidFill>
                  <a:srgbClr val="122331"/>
                </a:solidFill>
                <a:latin typeface="Cascadia Code"/>
                <a:ea typeface="Cascadia Code"/>
                <a:cs typeface="Cascadia Code"/>
              </a:rPr>
              <a:t>path: D0 -&gt; C -&gt; D -&gt; 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1D96909-773D-4F83-A3AD-506BF9A8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672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331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>
                <a:solidFill>
                  <a:srgbClr val="122331"/>
                </a:solidFill>
                <a:latin typeface="Cascadia Code"/>
                <a:ea typeface="Cascadia Code"/>
                <a:cs typeface="Cascadia Code"/>
              </a:rPr>
              <a:t>total_minutes &lt;= 15.8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59B93DED-F90E-438E-8BEE-AE651B92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607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26432F9-E889-4DA4-AA35-89A3EE7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388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3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>
                <a:solidFill>
                  <a:srgbClr val="F4F0E3"/>
                </a:solidFill>
                <a:latin typeface="Cascadia Code"/>
                <a:ea typeface="Cascadia Code"/>
                <a:cs typeface="Cascadia Code"/>
              </a:rPr>
              <a:t>01  Frontier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4D307E2-59CD-4C7B-A4FF-40CF79A3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388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3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>
                <a:solidFill>
                  <a:srgbClr val="F4F0E3"/>
                </a:solidFill>
                <a:latin typeface="Cascadia Code"/>
                <a:ea typeface="Cascadia Code"/>
                <a:cs typeface="Cascadia Code"/>
              </a:rPr>
              <a:t>02  Metrics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6FC14E4-7820-49D9-9206-86D15188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38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0E3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>
                <a:solidFill>
                  <a:srgbClr val="F4F0E3"/>
                </a:solidFill>
                <a:latin typeface="Cascadia Code"/>
                <a:ea typeface="Cascadia Code"/>
                <a:cs typeface="Cascadia Code"/>
              </a:rPr>
              <a:t>03  Trace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087425E-1B02-4239-A75A-FE1867C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38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>
                    <a:alpha val="62000"/>
                  </a:srgbClr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0">
                <a:solidFill>
                  <a:srgbClr val="FFFFFF">
                    <a:alpha val="62000"/>
                  </a:srgbClr>
                </a:solidFill>
                <a:latin typeface="Cascadia Code"/>
                <a:ea typeface="Cascadia Code"/>
                <a:cs typeface="Cascadia Code"/>
              </a:rPr>
              <a:t>COMPLETE SLIDE / ABSTRACT EDITORIAL RICH</a:t>
            </a:r>
          </a:p>
        </p:txBody>
      </p:sp>
    </p:spTree>
    <p:extLst>
      <p:ext uri="{BB962C8B-B14F-4D97-AF65-F5344CB8AC3E}">
        <p14:creationId xmlns:p14="http://schemas.microsoft.com/office/powerpoint/2010/main" val="1897063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2026-06-24T21:47:31.3950000Z</dcterms:created>
  <dcterms:modified xsi:type="dcterms:W3CDTF">2026-06-24T21:47:31.3950000Z</dcterms:modified>
</coreProperties>
</file>